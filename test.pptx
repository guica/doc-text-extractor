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1" r:id="rId2"/>
  </p:sldMasterIdLst>
  <p:notesMasterIdLst>
    <p:notesMasterId r:id="rId5"/>
  </p:notesMasterIdLst>
  <p:sldIdLst>
    <p:sldId id="256" r:id="rId3"/>
    <p:sldId id="257" r:id="rId4"/>
  </p:sldIdLst>
  <p:sldSz cx="9144000" cy="5143500" type="screen16x9"/>
  <p:notesSz cx="6858000" cy="9144000"/>
  <p:custDataLst>
    <p:tags r:id="rId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-114" y="-5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39862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E25B09-9275-481F-9230-DAAC5CA1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E1DD9A-0F72-4D5D-9C9B-87256E39E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8872BF-E2AF-4291-884B-646AE9DA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D45A7B-C604-4CBD-8676-38A87CE3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891E9B-D809-4BC3-9AB9-0991EA2A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2C728-AFC5-43F6-9AF5-E1D67C465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09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2A7EC5-6D81-4A7B-A5D3-1F072E346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ACEA8A3-41E5-4748-847B-7483CBB34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48B941-6824-4C05-9F28-0E4F7C49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AE1036-D24C-4B09-B7A4-2568F5E4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A383DEF-D4F2-40E6-A414-61F0C2C6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52429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09297F-13FD-4737-B985-83CA9863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FBFCDA-226F-43E0-9021-B16CC2E6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E54FF1-2DEA-47ED-8EC2-42F0FD9A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217FE0-E622-4335-A589-48B5E970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0E4BAD-2472-4715-8D98-4D262BBE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570201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E25B09-9275-481F-9230-DAAC5CA1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E1DD9A-0F72-4D5D-9C9B-87256E39E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8872BF-E2AF-4291-884B-646AE9DA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D45A7B-C604-4CBD-8676-38A87CE3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891E9B-D809-4BC3-9AB9-0991EA2A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2450913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0EECF9-89D6-4778-BE19-20B91CA9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5F963D-D467-4F2F-B83D-40C3A6E3A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C288100-7CBF-460E-ACCA-E5E45A318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74ABD7A-5D18-4F87-BDCC-27B109804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7259BDD-EACB-4C3B-89D4-9D67D48C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5350C1-D78C-4344-A15B-D0104A35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901133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EF0D72-3580-4891-AD92-987340A9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8857663-38F4-440E-807A-A0F49A76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72FDC0B-AB97-4881-A4D7-F17D56926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FF9ACB5-A4C9-4D4D-BA2C-136FF1743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E665DD6-DC4A-43E7-A2AB-F735F410E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427B2AA-0C24-4074-97DD-F4584EAE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105D62A-4A9B-4778-89E9-71CD356FF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5DA6C32-98AF-4179-B5C3-82D7A7EF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7696974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8E9B79-A8C5-4EAB-BD5B-C0A041F2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B47B4B7-A093-4199-AC05-8472ED9D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632F322-8217-4BAA-A616-2A8F293E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5942BC1-3038-4A08-9607-1AC25F06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6293691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0778201-A6D8-47C0-9CF9-DBB1DDE5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97355F0-7A48-440B-9FA4-0D41AAF9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FD1708-49DC-4B8D-903A-E5D88268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70736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82A640-4893-453C-A886-0160B27C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1E228A-DBAB-45D4-AF4A-463AF2EC3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E4718B4-C0AD-4223-B2FF-1F8924E1E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645ED1F-2ADF-4D13-87BE-BC5F8B6F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9518EB-86C2-4308-912B-DBDC9A55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7035FD7-4B18-47CA-96EE-C961E9B6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1020779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CCFADB-2F8F-4AEE-A5F6-43F96052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A63B05C-A4AC-4500-BA1A-69E82D0EE5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CDD5F0F-7EED-4B7A-8A32-4EE33D913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899E7A-ED2A-4BCB-8581-0DA6C12C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3581423-2019-4B52-822D-100E6D89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65D702-FCDC-421C-9EFC-302C8DA4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5188830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EC2496-DD39-49C8-BB97-8A448D55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9C1EB8-E96C-4569-86EE-FCAA67F31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EF5774-E23B-46DF-BB52-0F14076C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396FC6-EF3F-4429-AFAB-8CD81BAB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2FA3C-62AB-4AFC-AF99-99EFD3F2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78626749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A315F31-4871-431B-834C-A6BDC539E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A721BBE-C73E-4EF7-BB24-A9FA2A462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E3741F-EAAE-4162-8BBF-3B4F5DB9C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DAFC50-F884-445B-9E61-E5A2CAD0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758FF67-DD84-4A58-89BE-EA505384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0099942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sndAc>
          <p:endSnd/>
        </p:sndAc>
      </p:transition>
    </mc:Choice>
    <mc:Fallback>
      <p:transition spd="slow">
        <p:sndAc>
          <p:endSnd/>
        </p:sndAc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3616376-0473-4C1B-B6EC-33DDB5A5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A8B121D-5C03-483D-BBBF-63E7E3DD9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B57886-FA3E-46D7-99D3-C81CDDE23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9D82-6253-4D71-BD62-972315CC1FC8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1D4242-F4C5-4247-8D80-33E4B3878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2A0FAE-A205-4A6D-8EA2-A9DD5C44F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346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sndAc>
          <p:endSnd/>
        </p:sndAc>
      </p:transition>
    </mc:Choice>
    <mc:Fallback>
      <p:transition spd="slow">
        <p:sndAc>
          <p:endSnd/>
        </p:sndAc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wershow.com/view0/8cdaf1-ZWZkY/Lorem_Ipsum_Demo/?p=ppt-tr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Description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AC69169-3D54-4E41-81C3-E56CB08C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82616"/>
            <a:ext cx="7886700" cy="1125140"/>
          </a:xfrm>
        </p:spPr>
        <p:txBody>
          <a:bodyPr/>
          <a:lstStyle/>
          <a:p>
            <a:pPr algn="ctr"/>
            <a:r>
              <a:rPr lang="en-US" dirty="0"/>
              <a:t>Interesting, right?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6421781-E17A-42C3-A6A2-40EB54C22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220" y="2879527"/>
            <a:ext cx="7945367" cy="1125140"/>
          </a:xfrm>
        </p:spPr>
        <p:txBody>
          <a:bodyPr>
            <a:normAutofit/>
          </a:bodyPr>
          <a:lstStyle/>
          <a:p>
            <a:r>
              <a:rPr lang="en-US" dirty="0"/>
              <a:t>This is just a sneak preview of the full presentation. We hope you like it! To see the rest of it, just </a:t>
            </a:r>
            <a:r>
              <a:rPr lang="en-US" u="sng" dirty="0">
                <a:hlinkClick r:id="rId2"/>
              </a:rPr>
              <a:t>click here to view it in full on PowerShow.com</a:t>
            </a:r>
            <a:r>
              <a:rPr lang="en-US" u="sng" dirty="0"/>
              <a:t>.</a:t>
            </a:r>
            <a:r>
              <a:rPr lang="en-US" dirty="0"/>
              <a:t> Then, if you’d like, you can also log in to PowerShow.com to download the entire presentation for free. </a:t>
            </a:r>
          </a:p>
        </p:txBody>
      </p:sp>
    </p:spTree>
    <p:extLst>
      <p:ext uri="{BB962C8B-B14F-4D97-AF65-F5344CB8AC3E}">
        <p14:creationId xmlns:p14="http://schemas.microsoft.com/office/powerpoint/2010/main" val="2474074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endSnd/>
        </p:sndAc>
      </p:transition>
    </mc:Choice>
    <mc:Fallback>
      <p:transition spd="slow">
        <p:sndAc>
          <p:endSnd/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4D68E4A3-6B8F-414A-A170-914D7004EFB7"/>
  <p:tag name="ISPRING_SCORM_RATE_SLIDES" val="1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G+6ZkZ7BdOSwAEAANoDAAAPAAAAbm9uZS9wbGF5ZXIueG1spZJPb9QwEMXPW6nfIfK99m4Rolo59ICUE0WVFhC3lTeZJqaOHTwTsvvtmfzZpFuQQOKQaPIy72fPs/X9sXbJT4hog0/FRq5FAj4PhfVlKr58zm7uxP376yvdOHOCmNgiFT54EEkBmEfbEPseDVWpeCFIhoqEXx63R7SpqIiarVJd18nujQyxVLfr9UZ9e/i4yyuozY31SMbnzF32ciuSJtoQLZ1S8W4trq9WA/ICZ5F7fInBtf3KKPNQqyYCgieIatz2bN3S38381MErOjWAgkdfDbMfTP78EIrWAfbaSo9tOyDqCYO20rS1mzufYMxTMTbsa0A0JaB0vhRq9Ko/mPWTM1hNHLzA9tymPTiLFYsjfejeL+r+bBmyVxNHXYJ0PUwwnGLWOpeBoTZCIZIIP1rLVdZjv85HsN6IcTnP3Xt8tl5il7PGVWZyCvH0gR18JFOUco5ejtHLwdTbh+ITF49TnLsFMgezhKArqt3bf86j7/6fOAp4Mq0jcV7B+gKOmeW/BDWPQsAz9pqkxsl+tTOVd9ce6hdX40Iadzdl8R1FQiaWwNewMGTUos8w9Zqm1fg5JTTHotXv91JPRC5/AVBLAQIAABQAAgAIAG+6ZkZ7BdOSwAEAANoDAAAPAAAAAAAAAAEAAAAAAAAAAABub25lL3BsYXllci54bWxQSwUGAAAAAAEAAQA9AAAA7QEAAAAA"/>
  <p:tag name="ISPRING_PRESENTATION_TITLE" val="9231089"/>
  <p:tag name="ISPRING_RESOURCE_PATHS_HASH_PRESENTER" val="675a7a69a6323ba5f0ab165321467bdaefc38cf"/>
</p:tagLst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uncatedFinal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On-screen Show (16:9)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Open Sans</vt:lpstr>
      <vt:lpstr>Simple Dark</vt:lpstr>
      <vt:lpstr>TruncatedFinalSlide</vt:lpstr>
      <vt:lpstr>Lorem Ipsum</vt:lpstr>
      <vt:lpstr>Interesting, right?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9231089</dc:title>
  <cp:lastModifiedBy>CrystalGraphics, Inc.</cp:lastModifiedBy>
  <cp:revision>8</cp:revision>
  <dcterms:modified xsi:type="dcterms:W3CDTF">2019-03-04T14:49:56Z</dcterms:modified>
</cp:coreProperties>
</file>